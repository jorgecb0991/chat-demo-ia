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3" descr=""/>
          <p:cNvPicPr/>
          <p:nvPr/>
        </p:nvPicPr>
        <p:blipFill>
          <a:blip r:embed="rId2"/>
          <a:stretch/>
        </p:blipFill>
        <p:spPr>
          <a:xfrm>
            <a:off x="0" y="0"/>
            <a:ext cx="18287280" cy="102862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ES" sz="4400" spc="-1" strike="noStrike">
                <a:latin typeface="Arial"/>
              </a:rPr>
              <a:t>Click to edit the title text format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Click to edit the outline text format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Second Outline Level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Third Outline Level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Fourth Outline Level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Fifth Outline Level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Sixth Outline Level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Seventh Outline Level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2025-07-04T15:58:26Z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
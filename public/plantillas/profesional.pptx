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7;p2" descr=""/>
          <p:cNvPicPr/>
          <p:nvPr/>
        </p:nvPicPr>
        <p:blipFill>
          <a:blip r:embed="rId2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;p3" descr=""/>
          <p:cNvPicPr/>
          <p:nvPr/>
        </p:nvPicPr>
        <p:blipFill>
          <a:blip r:embed="rId2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1;p4" descr=""/>
          <p:cNvPicPr/>
          <p:nvPr/>
        </p:nvPicPr>
        <p:blipFill>
          <a:blip r:embed="rId2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3;p5" descr=""/>
          <p:cNvPicPr/>
          <p:nvPr/>
        </p:nvPicPr>
        <p:blipFill>
          <a:blip r:embed="rId2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2025-07-03T17:45:41Z</dcterms:modified>
  <cp:revision>1</cp:revision>
  <dc:subject/>
  <dc:title/>
</cp:coreProperties>
</file>
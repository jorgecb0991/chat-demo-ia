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7" r:id="rId5"/>
    <p:sldId id="258" r:id="rId6"/>
    <p:sldId id="259" r:id="rId7"/>
    <p:sldId id="260" r:id="rId8"/>
    <p:sldId id="261" r:id="rId9"/>
    <p:sldId id="262" r:id="rId10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4" Type="http://schemas.openxmlformats.org/officeDocument/2006/relationships/presProps" Target="presProps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1;p4" descr=""/>
          <p:cNvPicPr/>
          <p:nvPr/>
        </p:nvPicPr>
        <p:blipFill>
          <a:blip r:embed="rId2"/>
          <a:stretch/>
        </p:blipFill>
        <p:spPr>
          <a:xfrm>
            <a:off x="0" y="0"/>
            <a:ext cx="18287280" cy="1028628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s-ES" sz="4400" spc="-1" strike="noStrike">
                <a:latin typeface="Arial"/>
              </a:rPr>
              <a:t>Click to edit the title text format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latin typeface="Arial"/>
              </a:rPr>
              <a:t>Click to edit the outline text format</a:t>
            </a:r>
            <a:endParaRPr b="0" lang="es-E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latin typeface="Arial"/>
              </a:rPr>
              <a:t>Second Outline Level</a:t>
            </a:r>
            <a:endParaRPr b="0" lang="es-E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Third Outline Level</a:t>
            </a:r>
            <a:endParaRPr b="0" lang="es-E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latin typeface="Arial"/>
              </a:rPr>
              <a:t>Fourth Outline Level</a:t>
            </a:r>
            <a:endParaRPr b="0" lang="es-E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Fifth Outline Level</a:t>
            </a:r>
            <a:endParaRPr b="0" lang="es-E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Sixth Outline Level</a:t>
            </a:r>
            <a:endParaRPr b="0" lang="es-E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Seventh Outline Level</a:t>
            </a:r>
            <a:endParaRPr b="0" lang="es-E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457700"/>
            <a:ext cx="1645920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1E1E1E"/>
                </a:solidFill>
                <a:latin typeface="Arial"/>
              </a:rPr>
              <a:t>Tailwind CSS: Diseño Web Flexible y Personalizable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371600"/>
            <a:ext cx="159105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000000"/>
                </a:solidFill>
                <a:latin typeface="Arial"/>
              </a:rPr>
              <a:t>¿Qué es Tailwind CSS?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Tailwind CSS es un framework CSS de bajo nivel, altamente personalizable, que ofrece clases de utilidad para construir interfaces de usuario modernas. A diferencia de otros frameworks, no impone un estilo predefinido, permitiendo un control total sobre el diseño.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200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371600"/>
            <a:ext cx="159105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000000"/>
                </a:solidFill>
                <a:latin typeface="Arial"/>
              </a:rPr>
              <a:t>Ventajas Clave de Tailwind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Tailwind CSS ofrece ventajas como la personalización completa del diseño, la optimización del tamaño del archivo CSS (gracias al purging), la consistencia visual y un flujo de trabajo más rápido. Permite crear diseños únicos y adaptados a las necesidades del proyecto.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200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371600"/>
            <a:ext cx="159105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000000"/>
                </a:solidFill>
                <a:latin typeface="Arial"/>
              </a:rPr>
              <a:t>Clases de Utilidad en Acción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Tailwind CSS utiliza clases de utilidad para aplicar estilos específicos a los elementos HTML. Estas clases cubren una amplia gama de propiedades CSS, como márgenes, padding, colores, fuentes y más. Se combinan para crear diseños complejos y responsivos directamente en el HTML.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200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371600"/>
            <a:ext cx="159105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000000"/>
                </a:solidFill>
                <a:latin typeface="Arial"/>
              </a:rPr>
              <a:t>El Futuro de Tailwind 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Tailwind CSS ha ganado popularidad en el desarrollo web moderno por su flexibilidad y control. Con el continuo desarrollo y la adopción de nuevas tecnologías, Tailwind CSS se adapta a las necesidades del mercado y ofrece soluciones innovadoras para el diseño web.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200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14630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Arial"/>
              </a:rPr>
              <a:t>¡Gracias por su atención!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es-ES</dc:language>
  <cp:lastModifiedBy/>
  <dcterms:modified xsi:type="dcterms:W3CDTF">2025-07-03T20:38:03Z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